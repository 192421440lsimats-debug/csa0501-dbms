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469AD-E2E7-333D-EC3D-EAE21AFDF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410EC-6EDF-B953-0F72-703F5848E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BBC9-B791-CC54-86D4-4CD24824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BCA42-4420-0486-C1EC-DDB20402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DABCE-4023-B2D1-52CF-2763E9E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2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5B66-7C8E-15FC-2FC4-8654FC1E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E43A8-48F8-78BB-2BCB-E0D34EB6B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0DE6C-B88D-8979-48F7-9AE890A4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211B0-6361-8B29-6862-AD4F5C37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998D-8853-024A-7301-BEF4C4C8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77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91C4-B3D0-ECB4-ACB3-6CF73D77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A6736-3F23-38D8-EC38-B528CC1CF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8FCD-1D5C-52C1-3533-6DB447CD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DE7CA-31DE-547A-76F7-C857B8B2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8402-8C2E-FAF2-E20A-80E35B3D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99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7BC8-FF5F-AF61-2CE7-A4D86096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8FED-5174-0222-370C-FE0D77E32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AAD64-52AB-7537-7E03-FBB66EA69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81466-1E79-A8FD-DB8E-746C3F10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0CFEA-4BE0-D73A-0EF8-5437D2B9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CF766-5873-E921-662D-7F88FD2C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64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75779-A989-8F2C-22E3-D38AFA5D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8B4A-D6D3-2C29-9651-72A77B73C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4D0E4-4520-472C-8730-9E07192CA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9246E-68E7-DE09-0F42-DBA658FB0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6DDA3-D49E-4902-D609-F8D45C348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9673D-CF00-F784-7B39-4B376206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4004F-5981-8FF0-A306-665A1BD9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1BA25-E554-7907-81BF-9BDE85FA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6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654E-33B9-7D7B-FD31-35796EF6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7E489-1CB4-2D46-71EA-183A6CFB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A3B1D-5799-ECD2-886A-3C82F885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42FA6-5C09-84DC-5EFB-B33109F0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92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C7D11-1EA7-63B7-01D0-31BAD4D8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E4E69-3A50-7DE1-1CD9-B1F2839B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36A1C-2D54-7122-1F9C-7C54DD29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98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DA23-4A5D-63FB-423C-3F3D99AE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F22B-A80D-B3F9-90AB-6A4E4DBF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C1307-FF49-FC78-8DDC-48BC85AD2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20AFE-618A-52FD-DE8C-F45B94D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85D91-511E-1295-9B78-EA35581D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44351-E0EB-D7D4-0143-E1087845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83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A36B-7BD1-631D-50BC-6547153D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6A92DD-D645-6B94-A9CB-9EDF17796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C240B-4BB2-CBA9-02FB-A67A6ACF9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0A791-919E-7DA4-20A6-C9012919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7A609-A6EC-A606-421F-56C80767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669E8-0579-E30C-12C6-B63FA282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945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27AE-FA17-B2E9-26D8-1EEE1A7F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BE00C-F883-902E-2173-272C33BBC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A3E7D-5F37-C252-7CB6-F4BCB80B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1345F-4633-DE32-45DD-85243D39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A9B31-C8D9-7DC5-BAB2-C2F86163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40B86-E94E-333F-AF93-B5338B7F9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FA046-AA9F-6B4D-61A9-82BA2AEC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6B9F7-C6DC-F638-6564-BE42A60E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FA086-D464-F947-18FC-751D8335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A4B5A-0F53-E149-B26E-55D31624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4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E2B118-94F5-22E5-3824-015EF170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799F-B188-5931-F03B-215EDC2D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376E1-E022-C51B-E4DF-3B75413EA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14516-6EDC-46B2-BBAF-CCA03AF69572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809A0-C0FF-9258-CCFE-5BD8C354B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65A19-9C41-44FA-D84F-2DBD89BF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155B3-4236-49C1-A2AE-D1474A8D4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9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61499-10BD-5690-FF97-4FF3C053FA29}"/>
              </a:ext>
            </a:extLst>
          </p:cNvPr>
          <p:cNvSpPr txBox="1"/>
          <p:nvPr/>
        </p:nvSpPr>
        <p:spPr>
          <a:xfrm>
            <a:off x="159488" y="0"/>
            <a:ext cx="11780875" cy="660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n-IN" sz="7200" b="1" dirty="0"/>
              <a:t>Data Independence in DBMS</a:t>
            </a:r>
          </a:p>
          <a:p>
            <a:pPr algn="ctr">
              <a:lnSpc>
                <a:spcPct val="200000"/>
              </a:lnSpc>
              <a:buNone/>
            </a:pPr>
            <a:r>
              <a:rPr lang="en-IN" b="1" dirty="0"/>
              <a:t>                           </a:t>
            </a:r>
            <a:r>
              <a:rPr lang="en-IN" sz="4400" b="1" dirty="0"/>
              <a:t>Logical and Physical Data Independence</a:t>
            </a:r>
          </a:p>
          <a:p>
            <a:pPr algn="ctr">
              <a:lnSpc>
                <a:spcPct val="200000"/>
              </a:lnSpc>
              <a:buNone/>
            </a:pPr>
            <a:r>
              <a:rPr lang="en-IN" sz="3600" b="1" dirty="0"/>
              <a:t>                                                                                   Prepared by:</a:t>
            </a:r>
            <a:br>
              <a:rPr lang="en-IN" dirty="0"/>
            </a:br>
            <a:r>
              <a:rPr lang="en-IN" dirty="0"/>
              <a:t>                                                                                                                                                                                  </a:t>
            </a:r>
            <a:r>
              <a:rPr lang="en-IN" sz="3200" b="1" dirty="0"/>
              <a:t>Niveditha S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</a:t>
            </a:r>
            <a:r>
              <a:rPr lang="en-IN" sz="3200" b="1" dirty="0"/>
              <a:t>192421440L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894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3DF75-BF8F-CAAE-43D3-1C45BF727C3E}"/>
              </a:ext>
            </a:extLst>
          </p:cNvPr>
          <p:cNvSpPr txBox="1"/>
          <p:nvPr/>
        </p:nvSpPr>
        <p:spPr>
          <a:xfrm>
            <a:off x="127591" y="85060"/>
            <a:ext cx="11897831" cy="618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    7.  What is Data Independence?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4000" b="1" dirty="0"/>
              <a:t>                         Introduction</a:t>
            </a:r>
            <a:endParaRPr lang="en-IN" b="1" dirty="0"/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Data independence is the ability to modify the database structure without affecting application programs.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It provides flexibility and easy database maintenance.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It is an important feature of DBMS architecture. </a:t>
            </a:r>
          </a:p>
        </p:txBody>
      </p:sp>
    </p:spTree>
    <p:extLst>
      <p:ext uri="{BB962C8B-B14F-4D97-AF65-F5344CB8AC3E}">
        <p14:creationId xmlns:p14="http://schemas.microsoft.com/office/powerpoint/2010/main" val="114519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3349C-82A0-FF36-86C6-7D32BC861D78}"/>
              </a:ext>
            </a:extLst>
          </p:cNvPr>
          <p:cNvSpPr txBox="1"/>
          <p:nvPr/>
        </p:nvSpPr>
        <p:spPr>
          <a:xfrm>
            <a:off x="155944" y="0"/>
            <a:ext cx="12036056" cy="630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000" b="1" dirty="0"/>
              <a:t>                       Types of Data Independence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/>
              <a:t>1. Physical Data Independence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Changes the physical storage of data.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Does not affect the logical schema.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Example: Changing file organization or storage devices.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2. </a:t>
            </a:r>
            <a:r>
              <a:rPr lang="en-IN" sz="3200" b="1" dirty="0"/>
              <a:t>Logical Data Independence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Changes the logical schema.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Does not affect user applications.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Example: Adding a new column or table.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5307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2BE74-50DE-F5F9-734E-22F719E0C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235F2-6A50-863C-EFD0-A47271D386E9}"/>
              </a:ext>
            </a:extLst>
          </p:cNvPr>
          <p:cNvSpPr txBox="1"/>
          <p:nvPr/>
        </p:nvSpPr>
        <p:spPr>
          <a:xfrm>
            <a:off x="74429" y="202019"/>
            <a:ext cx="12025422" cy="6540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                         Types of Data Independence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/>
              <a:t>1. Physical Data Independence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Changes the physical storage of data.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Does not affect the logical schema.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Example: Changing file organization or storage devices. </a:t>
            </a:r>
            <a:endParaRPr lang="en-IN" sz="2400" dirty="0"/>
          </a:p>
          <a:p>
            <a:pPr>
              <a:lnSpc>
                <a:spcPct val="150000"/>
              </a:lnSpc>
              <a:buNone/>
            </a:pPr>
            <a:r>
              <a:rPr lang="en-IN" sz="3200" b="1" dirty="0"/>
              <a:t>2. Logical Data Independence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Changes the logical schema.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Does not affect user applications.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Example: Adding a new column or table</a:t>
            </a:r>
            <a:r>
              <a:rPr lang="en-IN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81867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46036-EDE5-F64F-5221-4D336CB367D6}"/>
              </a:ext>
            </a:extLst>
          </p:cNvPr>
          <p:cNvSpPr txBox="1"/>
          <p:nvPr/>
        </p:nvSpPr>
        <p:spPr>
          <a:xfrm>
            <a:off x="372141" y="265814"/>
            <a:ext cx="11546958" cy="472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400" b="1" dirty="0"/>
              <a:t>                               Conclusion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Data independence is a key feature of DBMS.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It consists of </a:t>
            </a:r>
            <a:r>
              <a:rPr lang="en-IN" sz="3200" b="1" dirty="0"/>
              <a:t>Logical</a:t>
            </a:r>
            <a:r>
              <a:rPr lang="en-IN" sz="3200" dirty="0"/>
              <a:t> and </a:t>
            </a:r>
            <a:r>
              <a:rPr lang="en-IN" sz="3200" b="1" dirty="0"/>
              <a:t>Physical</a:t>
            </a:r>
            <a:r>
              <a:rPr lang="en-IN" sz="3200" dirty="0"/>
              <a:t> data independence.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It allows database changes without affecting users or applications.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It makes databases efficient, reliable, and easy to maintain. </a:t>
            </a:r>
          </a:p>
        </p:txBody>
      </p:sp>
    </p:spTree>
    <p:extLst>
      <p:ext uri="{BB962C8B-B14F-4D97-AF65-F5344CB8AC3E}">
        <p14:creationId xmlns:p14="http://schemas.microsoft.com/office/powerpoint/2010/main" val="158471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F417C-FEF7-B505-001D-FD986BA0C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</dc:creator>
  <cp:lastModifiedBy>Nevi</cp:lastModifiedBy>
  <cp:revision>1</cp:revision>
  <dcterms:created xsi:type="dcterms:W3CDTF">2026-08-02T15:04:53Z</dcterms:created>
  <dcterms:modified xsi:type="dcterms:W3CDTF">2026-08-02T15:05:32Z</dcterms:modified>
</cp:coreProperties>
</file>