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76D0E-5CD9-3CAA-64C0-BAD127026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9CF0F-5D0F-6F6B-046A-BBD6ACC203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FF7A-D234-445B-8D7B-9CD6F2447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6520-0A6A-4F7D-B61B-4D2F63BAF201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87819-2BCC-99BA-CAC3-E96557D93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75A62-F64D-102C-4A96-430DFF28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5F83-549D-49E6-8A80-AB01FECCB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610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1250-7FF2-44D1-91F9-09CD166C8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2FF85-C229-C756-3082-64D569C8D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0E013-5CDF-BA7A-5F52-DED7AD8E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6520-0A6A-4F7D-B61B-4D2F63BAF201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149AB-7D7F-2D61-FCE7-90C735EC9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0DA4A-2F6B-C61E-99C8-422919C1D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5F83-549D-49E6-8A80-AB01FECCB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33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4BD07-7A41-3A1A-B00E-1B7289146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7F376-F44C-7D9F-0C64-3EB56837B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F9363-2908-FF96-F579-2560B253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6520-0A6A-4F7D-B61B-4D2F63BAF201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1A669-FCCD-467B-654A-402586C8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A4811-1805-F56A-9A41-7AAE258D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5F83-549D-49E6-8A80-AB01FECCB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34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CF2E-ED5D-CD3F-D16C-CFB8E614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C2A4-A874-85B3-E1B6-673BC1AA6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AE227-BAA5-ADBD-3E01-453819246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2373E-9755-45FA-ED76-9F3B85F81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6520-0A6A-4F7D-B61B-4D2F63BAF201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5FA9-AAC0-647C-5BE9-1F45C9809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2084A-37EF-E9AC-41CB-F91A158D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5F83-549D-49E6-8A80-AB01FECCB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55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285F7-759F-19B3-F9D3-68B04E632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3C8D9-CEB9-176A-67F6-A66BBDE90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F5202-AAB0-7F09-AAB5-3EE3EA46A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C8CEA-39DE-C62A-F10B-2259B255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F5633-DE22-4503-70A9-377D891437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701C9-598B-7621-C92E-879522D62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6520-0A6A-4F7D-B61B-4D2F63BAF201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566725-3215-EA33-9983-DDBCEF96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D640A3-9F95-A50C-B962-4B7AC12A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5F83-549D-49E6-8A80-AB01FECCB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131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5106-02B9-4058-F8D1-29DC52F9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88B4DB-F226-1A74-D23D-52764A838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6520-0A6A-4F7D-B61B-4D2F63BAF201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781BB-2AB0-84C9-6A15-55FBBB372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88DFA-E1BD-A699-68F1-9025DAEF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5F83-549D-49E6-8A80-AB01FECCB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19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57DD84-18F1-D840-7D64-B5CF028A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6520-0A6A-4F7D-B61B-4D2F63BAF201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8CE26-CA13-BE30-B2FE-812A4588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64383-DAFF-0D7A-32A2-4A9885F29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5F83-549D-49E6-8A80-AB01FECCB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0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A3B3-CF0F-5E4F-C5F0-E933A8B02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511E3-1163-0304-9849-A535DE430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AF49F-F915-F52B-8BCD-106F1F052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F7499-2121-33A1-AAD9-29F86F9C9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6520-0A6A-4F7D-B61B-4D2F63BAF201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24511-79C9-0962-EB12-E1AB824F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32A4C-F6D5-7917-7DAD-AC4EFF5B8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5F83-549D-49E6-8A80-AB01FECCB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42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ECD4-455A-BDDB-765C-B10DC9F70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C76AB3-A31F-3B88-E44F-D3DAF454AD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9E69F-5839-C5E4-7DD8-D6D34E95F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6AAC0-4F60-ED92-1290-77590DCF2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6520-0A6A-4F7D-B61B-4D2F63BAF201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1E548-BD89-7150-E4DF-F44D143C4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8E812-B4B1-C8FA-3D95-6A1480C34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5F83-549D-49E6-8A80-AB01FECCB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74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AF00-E56D-8113-7222-3B3B3EC3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C149D-4B8E-0C8E-6D16-1E9AF0533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685C8-3C9F-B968-F9CC-F422566A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6520-0A6A-4F7D-B61B-4D2F63BAF201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DC750-CFC2-1F69-9A56-94ADBDE1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E157F-B879-5C3C-F39B-AED63C6B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5F83-549D-49E6-8A80-AB01FECCB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19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B2927F-8EF5-FD00-3E07-C7AD762B4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FAE19-1EAA-BB2F-09D8-E6532EED9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6D798-9C7A-396B-3396-67AD0E9A2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6520-0A6A-4F7D-B61B-4D2F63BAF201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4B6E5-DEA1-60C2-D56D-BED549CC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4BA6F-9101-3A10-02C6-3E9FAC8B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5F83-549D-49E6-8A80-AB01FECCB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106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535EA-91AB-E06C-CA64-88E6FA9BA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E8487-7172-E362-F73F-C44C3F6F0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A481B-480E-D81A-8D63-65B0ABF452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E6520-0A6A-4F7D-B61B-4D2F63BAF201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57BF8-4BF7-DCC9-928E-E55997DB0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118B8-D37C-83AD-F819-66A584D4F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35F83-549D-49E6-8A80-AB01FECCB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109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C3A3C5-D94B-E6CB-1055-90389E7D9196}"/>
              </a:ext>
            </a:extLst>
          </p:cNvPr>
          <p:cNvSpPr txBox="1"/>
          <p:nvPr/>
        </p:nvSpPr>
        <p:spPr>
          <a:xfrm>
            <a:off x="3048886" y="2690336"/>
            <a:ext cx="6097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Title</a:t>
            </a:r>
          </a:p>
          <a:p>
            <a:pPr>
              <a:buNone/>
            </a:pPr>
            <a:r>
              <a:rPr lang="en-IN" sz="1800" b="1" dirty="0"/>
              <a:t>EER Diagram for Retail Chain Management System</a:t>
            </a:r>
          </a:p>
          <a:p>
            <a:pPr>
              <a:buNone/>
            </a:pPr>
            <a:r>
              <a:rPr lang="en-IN" sz="1800" b="1" dirty="0"/>
              <a:t>Prepared by:</a:t>
            </a:r>
            <a:br>
              <a:rPr lang="en-IN" sz="1800" dirty="0"/>
            </a:br>
            <a:r>
              <a:rPr lang="en-IN" sz="1800" b="1" dirty="0"/>
              <a:t>Niveditha S</a:t>
            </a:r>
            <a:br>
              <a:rPr lang="en-IN" sz="1800" dirty="0"/>
            </a:br>
            <a:r>
              <a:rPr lang="en-IN" sz="1800" b="1" dirty="0"/>
              <a:t>192421440L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94109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5E1EF0-5E91-880F-C716-E518C4B704B4}"/>
              </a:ext>
            </a:extLst>
          </p:cNvPr>
          <p:cNvSpPr txBox="1"/>
          <p:nvPr/>
        </p:nvSpPr>
        <p:spPr>
          <a:xfrm>
            <a:off x="148857" y="127591"/>
            <a:ext cx="11950994" cy="590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7200" b="1" dirty="0"/>
              <a:t> 10.What is an EER Diagram? </a:t>
            </a:r>
            <a:r>
              <a:rPr lang="en-IN" sz="2000" b="1" dirty="0"/>
              <a:t>    </a:t>
            </a:r>
          </a:p>
          <a:p>
            <a:pPr>
              <a:buNone/>
            </a:pPr>
            <a:r>
              <a:rPr lang="en-IN" sz="7200" b="1" dirty="0"/>
              <a:t>               </a:t>
            </a:r>
            <a:r>
              <a:rPr lang="en-IN" sz="6000" b="1" dirty="0"/>
              <a:t>Introduction</a:t>
            </a:r>
            <a:endParaRPr lang="en-IN" sz="2800" b="1" dirty="0"/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EER is an extension of the ER model.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It represents complex database structures.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It includes entities, relationships, and specialization.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Used to design retail management databases. </a:t>
            </a:r>
          </a:p>
        </p:txBody>
      </p:sp>
    </p:spTree>
    <p:extLst>
      <p:ext uri="{BB962C8B-B14F-4D97-AF65-F5344CB8AC3E}">
        <p14:creationId xmlns:p14="http://schemas.microsoft.com/office/powerpoint/2010/main" val="1199504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3D3081-8457-4A64-A387-307164BD3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91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C618FF-79CD-13CA-6FDF-D1A32C73A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078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DE38-D514-DADE-C794-9ABF1B3D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26D0B2-FE7E-F1F5-F35C-C96264391C9A}"/>
              </a:ext>
            </a:extLst>
          </p:cNvPr>
          <p:cNvSpPr txBox="1"/>
          <p:nvPr/>
        </p:nvSpPr>
        <p:spPr>
          <a:xfrm>
            <a:off x="0" y="0"/>
            <a:ext cx="12089219" cy="463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4000" b="1" dirty="0"/>
              <a:t>                               Design Walkthrough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Customer places an order.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Order contains one or more products.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Store stocks products.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Employees work in stores.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The system tracks customers, orders, products, and stores. </a:t>
            </a:r>
          </a:p>
        </p:txBody>
      </p:sp>
    </p:spTree>
    <p:extLst>
      <p:ext uri="{BB962C8B-B14F-4D97-AF65-F5344CB8AC3E}">
        <p14:creationId xmlns:p14="http://schemas.microsoft.com/office/powerpoint/2010/main" val="3469469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40FDE-706F-A64F-5309-5A3329878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0666E3-CB79-1999-4C52-A64EAFB33FBC}"/>
              </a:ext>
            </a:extLst>
          </p:cNvPr>
          <p:cNvSpPr txBox="1"/>
          <p:nvPr/>
        </p:nvSpPr>
        <p:spPr>
          <a:xfrm>
            <a:off x="138223" y="116958"/>
            <a:ext cx="12053777" cy="6589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6600" b="1" dirty="0"/>
              <a:t>               Conclusion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400" dirty="0"/>
              <a:t>The EER model improves database design.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400" dirty="0"/>
              <a:t>It organizes retail data efficiently.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400" dirty="0"/>
              <a:t>It reduces redundancy.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400" dirty="0"/>
              <a:t>It supports easy management of retail operations.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1447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162D01-3949-51D9-B911-2916C5B14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714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033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121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Nevi</dc:creator>
  <cp:lastModifiedBy>Nevi</cp:lastModifiedBy>
  <cp:revision>1</cp:revision>
  <dcterms:created xsi:type="dcterms:W3CDTF">2026-08-02T16:53:49Z</dcterms:created>
  <dcterms:modified xsi:type="dcterms:W3CDTF">2026-08-02T17:27:45Z</dcterms:modified>
</cp:coreProperties>
</file>