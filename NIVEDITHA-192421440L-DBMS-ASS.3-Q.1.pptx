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ACEA0-B45E-62DA-9370-1FB509E5C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AF71DA-1ECC-5582-9969-BC49F3A2C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0ADF5-1A2C-386D-7010-7106E7214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7F22-95A9-4DA9-9B8F-614C0398B8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B1316-3510-FB29-D7F8-5C9DC4E8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D9A3B-7666-489B-34D4-2CCD67914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37D5E-98AC-4AA4-A8B2-DB69DB93E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895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E8A75-8965-76DF-F93C-6C5508E3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EF393-ECE2-C02B-F852-E990CBECF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77F1B-7376-136F-CB1B-F162470B3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7F22-95A9-4DA9-9B8F-614C0398B8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54A46-3515-7372-D35C-D5657910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F53B2-5355-C9FA-313C-595D95C4A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37D5E-98AC-4AA4-A8B2-DB69DB93E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013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177A-79AF-DFA1-8A14-3EAA3431B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C7D73-9886-5F2A-3A90-F6B0DE220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C30C9-9EE9-2E33-E565-34C92F47A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7F22-95A9-4DA9-9B8F-614C0398B8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AD99F-E0E3-E70A-CE5F-D9334130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CDEA6-7E04-1226-2A0D-2C39C1671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37D5E-98AC-4AA4-A8B2-DB69DB93E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2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76FA5-996B-77A8-F6A8-BEA8D5323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C8803-29FA-19A0-96C9-B0728B345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83893-F72F-D61E-9C53-8D5660727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055A5-FF14-D007-44CC-C65F96A2E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7F22-95A9-4DA9-9B8F-614C0398B8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D5ED2-2F9E-286D-ED31-EC07D2387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0D3E8-6C1C-8C17-07ED-285FAF2D7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37D5E-98AC-4AA4-A8B2-DB69DB93E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47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EAB25-030B-6B91-E76C-816D7BAF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5F899-A982-5A0F-CF7D-D454A2CD2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D2152-5D78-BA16-E59F-268373884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53E1FA-2ABD-414D-52DF-72F61CA6B7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D667B1-18A7-60AC-856F-F7AB39908D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3A1309-F279-8683-2821-E728F5F4A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7F22-95A9-4DA9-9B8F-614C0398B8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1D38EC-569E-B626-043D-D097A80F5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6FB27F-FDFA-665A-C50F-6D887C7F0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37D5E-98AC-4AA4-A8B2-DB69DB93E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70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D200-0655-F164-308B-03C6140C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5212E-B9ED-BCA3-F721-4E1E3C225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7F22-95A9-4DA9-9B8F-614C0398B8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44CCF-FB48-C95B-1842-CECCD36AE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8EDF3-47EC-4532-6BA4-B8D33D7F8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37D5E-98AC-4AA4-A8B2-DB69DB93E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10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D48342-62C5-01B7-613A-486E95E5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7F22-95A9-4DA9-9B8F-614C0398B8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F7AE16-3575-B1FE-5148-9CFDCEFD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29F7F-0B07-A8EA-0A36-969EEA63D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37D5E-98AC-4AA4-A8B2-DB69DB93E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096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0B5B6-03DD-8123-28EE-044313F19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50FCE-F6B4-A4E3-1A2D-D63AB64D6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CDF47-F9C5-108C-FE27-52ED3218E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7B5B1-0E21-E4A4-FB9B-40EA8AD93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7F22-95A9-4DA9-9B8F-614C0398B8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128F7-01DF-EF8F-1F3A-D495FBC78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974FA-9D91-59B3-9ABC-49B044F80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37D5E-98AC-4AA4-A8B2-DB69DB93E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238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FFBAB-C11C-F16B-BAD8-352CD1062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19125F-ACBB-6DD9-6F6A-158063F781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F9646-D176-96B0-6E34-38F0117A6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74031-7235-1F7D-D7E1-45554710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7F22-95A9-4DA9-9B8F-614C0398B8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B8FF7-235E-EE30-BC39-B5E13263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6A61-E5EA-AB75-6B2A-5E2BDAD5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37D5E-98AC-4AA4-A8B2-DB69DB93E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70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82E2-F1DD-5E23-0B55-BD3C25A2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1A39A-5C64-8A30-DE4F-F057AB466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3ED18-D29D-E6E2-D036-18C3C0C2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7F22-95A9-4DA9-9B8F-614C0398B8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756F0-7897-8FF8-D0FF-116A97E88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E752F-C07D-3C78-E9A9-D4768C585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37D5E-98AC-4AA4-A8B2-DB69DB93E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093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7B93CB-404A-4694-DC35-A35C78F04D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50CE1-62DD-36ED-ACAA-B42846D9D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574BE-5295-C8B7-AA0D-72D4C9B50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7F22-95A9-4DA9-9B8F-614C0398B8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17FA7-DFA8-B4CC-6AFD-A436B48D0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5B0EC-8EAD-9B8B-B6C6-09CC30D12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37D5E-98AC-4AA4-A8B2-DB69DB93E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458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7AA737-7EED-D86A-2576-56D16821C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C5E8B-3C9D-4114-DFDD-8DCCDD523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4CAD0-D6DF-815F-1376-0AB007FA94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A7F22-95A9-4DA9-9B8F-614C0398B8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4320B-A2A8-BA90-51BE-5E529DF5B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65DC6-40CC-1902-7C44-23480D3EA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37D5E-98AC-4AA4-A8B2-DB69DB93E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304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DC918-75F6-A397-7C04-DA0204CCB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048" y="217107"/>
            <a:ext cx="10408920" cy="1383093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.Prepare a 5-slide presentation introducing DBMS: Definition, Objectives, Advantages, and Real-World Applications.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363E72-F911-3771-4502-22F548BB2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5256" y="2011680"/>
            <a:ext cx="9762744" cy="3246120"/>
          </a:xfrm>
        </p:spPr>
        <p:txBody>
          <a:bodyPr>
            <a:normAutofit fontScale="92500"/>
          </a:bodyPr>
          <a:lstStyle/>
          <a:p>
            <a:pPr algn="l"/>
            <a:r>
              <a:rPr lang="en-IN" b="1" dirty="0"/>
              <a:t>Introduction to DBMS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DBMS (Database Management System) is software used to create, store, manage, and retrieve data efficiently.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It provides a systematic way of organizing large amounts of data.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It acts as an interface between users and the database.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It allows multiple users to access data simultaneously while maintaining security.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Examples of DBMS include MySQL, Oracle, SQL Server, PostgreSQL, and MongoDB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5696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9F6F-091A-4901-D7BF-3E8039FC0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A34A-7255-14BF-D3DF-A6C0EE0EE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4016"/>
            <a:ext cx="10515600" cy="4351338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large volumes of data efficiently. 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minimize data redundancy and inconsistency. 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data integrity and accuracy. 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secure access to authorized users. 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data sharing among multiple users. </a:t>
            </a:r>
          </a:p>
          <a:p>
            <a:pPr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342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1942B-A26D-6F5D-4DE5-533310151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17727-ECF8-7E0E-03EC-4FF2F3F75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unnecessary duplicate data.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better security through authentication and authorization.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backup and recovery during system failures.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concurrent access by multiple users.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 consistency, reliability, and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800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05EC-88B0-9348-8697-35CC84477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 of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21B09-917C-60AF-C6D5-C3C41AF13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Banking: Manages customer accounts, transactions, and loans.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Hospitals: Stores patient records, prescriptions, and billing information.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Institutions: Maintains student records, attendance, and examination results.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E-Commerce: Handles product details, customer information, and online orders.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Railway/Airline Reservation Systems: Manages ticket booking and passenger information.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125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20B5F-7B19-557A-6C99-34ACEFF75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A9A24-3BF1-D89A-E29E-1C2F306EE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data efficiently.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 and accurate data retrieval.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security and integrity.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better decision-making using reliable information.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Plays a vital role in almost every modern organization.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7420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1.Prepare a 5-slide presentation introducing DBMS: Definition, Objectives, Advantages, and Real-World Applications.</vt:lpstr>
      <vt:lpstr>Objectives of DBMS</vt:lpstr>
      <vt:lpstr>Advantages of DBMS</vt:lpstr>
      <vt:lpstr>Real-World Applications of DBMS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 j v</dc:creator>
  <cp:lastModifiedBy>vaishnavi j v</cp:lastModifiedBy>
  <cp:revision>1</cp:revision>
  <dcterms:created xsi:type="dcterms:W3CDTF">2026-08-02T07:09:06Z</dcterms:created>
  <dcterms:modified xsi:type="dcterms:W3CDTF">2026-08-02T07:09:36Z</dcterms:modified>
</cp:coreProperties>
</file>