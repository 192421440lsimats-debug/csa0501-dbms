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4D9B-4859-D802-6373-270F3B6E6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A5966-9B10-E770-0048-0ECC73C31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36C75-F924-9DC6-1DC7-E2EBC066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EEC5A-42D6-E14C-EF83-8B2E982C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5894B-A71D-0535-818B-65F4AD7A2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62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E048-73B9-8ECC-A8B0-04D42B32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B7989-43DB-52B2-BCBB-E24AD794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588F6-E712-7B79-6B71-6E22182E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0080-3AA5-1957-A118-0827757C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D4A38-6AED-7649-72E9-1755E2DA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9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87C8-B2F6-D40C-2D8A-B2BCCF4E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72FD9-3763-B5CB-AC0F-1B8A72002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7A757-0669-48F7-C270-AABC489A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1151A-65CD-F717-B147-5647E8F6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86CDB-F380-E862-F2E6-81BF1F07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14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BC2E-0980-DF86-022A-0BE41BB9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1A828-2A84-8C81-051C-90CE0D9B4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A82B7-0396-D7E1-33AA-C153B02AE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0F41A-2CCE-3081-1A75-66D3873E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8310D-D9C7-236F-5F04-B2DEDCCF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702C7-D0D2-1236-863E-5E5A4465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6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40D7-7944-8C23-C139-AF0A7B43F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0326-8826-200A-CD0B-2067389F7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080FE-9AE2-F70D-787B-A5C7A5956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B8644-AD7B-1797-4A63-06E553FDD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2B622-F89E-69F5-214D-8FDB9F6C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97B49-7A60-4760-004E-3BDFE6B9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71934-2485-B53B-D72B-51C7DAD0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DC218-B140-D274-847D-B06AB77A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21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FC36-3AA6-F3EF-2689-E162F760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4BF17-3E8A-5592-8A9D-E746BD02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581E1-4176-ED95-9F7A-4C19BA7A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75691-C25B-D6FD-CE08-29DAAC9F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37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80DBD-2435-F0C6-24E1-9B086DC4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274D8-A4DF-5377-BFE8-923C53F8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12B6E-DD09-AD81-9C0B-129A3BB8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47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3B47-2AE7-B4DE-2942-F690B9977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F0F64-DEA9-C1DF-7F88-73B8F8E2B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AED4F-148C-ED33-ADE2-4BFDD0585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95535-CE86-FF87-06C4-1D4C8AA59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37C14-ACF4-F736-2561-B647F0BC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4ACB7-ECA9-58A2-1C18-03B934C0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3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949D-D5BC-CEBE-F3EF-731935DC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B4267A-696A-8915-344B-2907D54A0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FE480-D204-8F59-F94D-C64BB26AA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5474E-AF60-BCC1-7D1B-87868E223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8869F-FEEA-FE12-C74E-EBD7C441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23CCF-844E-B3CD-02AB-4EA5AE2D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07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25A5-86E9-7A6C-0625-357F482A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A6D31-6335-3984-151E-2B3A6700B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DED28-DE2B-8DC1-FBF5-A5DD8557A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1B7EE-CA1E-8EB4-1D3E-EC3D4AC0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B56B-ED58-E947-7A30-B6B879FC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65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256BF-97A5-C5D7-C49F-1694C4BEC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495F3-B3EE-DD82-FF69-28B5D8E40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6775A-E36B-6F2D-0BA2-64E060A93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502AE-332A-E408-97AF-34166759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BFC9-FF9D-F4BA-B475-798719D7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6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CDD89-6146-0DD7-874E-3825719A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AAF2C-32E1-3D9B-5379-763332D41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70EB-5F66-3C7D-5B4C-194A28843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A0293-3EAE-4795-9EAE-4913B5DB125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039D-569C-B8FA-FDFB-3FBD98346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49D8F-31C5-F971-5001-CB1CAFD41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179CC-010D-4C9A-B841-556DDD8C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09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B77004-DF69-E918-A0D0-BB0AA6DF461D}"/>
              </a:ext>
            </a:extLst>
          </p:cNvPr>
          <p:cNvSpPr txBox="1"/>
          <p:nvPr/>
        </p:nvSpPr>
        <p:spPr>
          <a:xfrm>
            <a:off x="0" y="244549"/>
            <a:ext cx="12192000" cy="5757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6000" b="1" dirty="0"/>
              <a:t>   Software Components of a DBMS</a:t>
            </a:r>
          </a:p>
          <a:p>
            <a:pPr>
              <a:lnSpc>
                <a:spcPct val="200000"/>
              </a:lnSpc>
              <a:buNone/>
            </a:pPr>
            <a:r>
              <a:rPr lang="en-IN" sz="3600" b="1" dirty="0"/>
              <a:t>  Query Processor, Storage Manager &amp; Transaction Manager</a:t>
            </a:r>
          </a:p>
          <a:p>
            <a:pPr>
              <a:lnSpc>
                <a:spcPct val="200000"/>
              </a:lnSpc>
              <a:buNone/>
            </a:pPr>
            <a:r>
              <a:rPr lang="en-IN" sz="3600" b="1" dirty="0"/>
              <a:t>                                                                                        Prepared by:</a:t>
            </a:r>
            <a:br>
              <a:rPr lang="en-IN" dirty="0"/>
            </a:br>
            <a:r>
              <a:rPr lang="en-IN" dirty="0"/>
              <a:t>                                                                                                                                                                                              </a:t>
            </a:r>
            <a:r>
              <a:rPr lang="en-IN" sz="2800" b="1" dirty="0"/>
              <a:t>Niveditha S</a:t>
            </a:r>
            <a:br>
              <a:rPr lang="en-IN" sz="2800" dirty="0"/>
            </a:br>
            <a:r>
              <a:rPr lang="en-IN" sz="2800" dirty="0"/>
              <a:t>                                                                                                                          </a:t>
            </a:r>
            <a:r>
              <a:rPr lang="en-IN" sz="2800" b="1" dirty="0"/>
              <a:t>192421440L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96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D9F057F-881D-79A3-FF5A-58F1FD245DD3}"/>
              </a:ext>
            </a:extLst>
          </p:cNvPr>
          <p:cNvSpPr txBox="1"/>
          <p:nvPr/>
        </p:nvSpPr>
        <p:spPr>
          <a:xfrm>
            <a:off x="95692" y="95693"/>
            <a:ext cx="12014791" cy="620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/>
              <a:t> 8.What are DBMS Software Components?</a:t>
            </a:r>
          </a:p>
          <a:p>
            <a:pPr>
              <a:lnSpc>
                <a:spcPct val="150000"/>
              </a:lnSpc>
            </a:pPr>
            <a:r>
              <a:rPr lang="en-IN" sz="4000" b="1" dirty="0"/>
              <a:t>                               Introduction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DBMS consists of different software components.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Each component performs a specific task.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The main components are: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Query Processor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Storage Manager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Transaction Manager </a:t>
            </a:r>
          </a:p>
        </p:txBody>
      </p:sp>
    </p:spTree>
    <p:extLst>
      <p:ext uri="{BB962C8B-B14F-4D97-AF65-F5344CB8AC3E}">
        <p14:creationId xmlns:p14="http://schemas.microsoft.com/office/powerpoint/2010/main" val="172925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5260EB-AF25-FE1E-AD73-902C8296DCC7}"/>
              </a:ext>
            </a:extLst>
          </p:cNvPr>
          <p:cNvSpPr txBox="1"/>
          <p:nvPr/>
        </p:nvSpPr>
        <p:spPr>
          <a:xfrm>
            <a:off x="127591" y="127592"/>
            <a:ext cx="10781413" cy="655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400" b="1" dirty="0"/>
              <a:t>                         Query Processor</a:t>
            </a:r>
          </a:p>
          <a:p>
            <a:pPr>
              <a:lnSpc>
                <a:spcPct val="150000"/>
              </a:lnSpc>
              <a:buNone/>
            </a:pPr>
            <a:r>
              <a:rPr lang="en-IN" sz="4000" b="1" dirty="0"/>
              <a:t>Functions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Accepts SQL queries from users.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Checks query syntax.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Optimizes the query.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Executes the query.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Returns the required results.</a:t>
            </a:r>
          </a:p>
        </p:txBody>
      </p:sp>
    </p:spTree>
    <p:extLst>
      <p:ext uri="{BB962C8B-B14F-4D97-AF65-F5344CB8AC3E}">
        <p14:creationId xmlns:p14="http://schemas.microsoft.com/office/powerpoint/2010/main" val="378852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B8096C-38D5-FB35-B9D5-D8E26B582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77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71F0E3-5A50-2065-52FB-DB79CDC20FFE}"/>
              </a:ext>
            </a:extLst>
          </p:cNvPr>
          <p:cNvSpPr txBox="1"/>
          <p:nvPr/>
        </p:nvSpPr>
        <p:spPr>
          <a:xfrm>
            <a:off x="191385" y="106326"/>
            <a:ext cx="11642651" cy="673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800" b="1" dirty="0"/>
              <a:t>                     Transaction Manager</a:t>
            </a:r>
          </a:p>
          <a:p>
            <a:pPr>
              <a:lnSpc>
                <a:spcPct val="150000"/>
              </a:lnSpc>
              <a:buNone/>
            </a:pPr>
            <a:r>
              <a:rPr lang="en-IN" sz="4400" b="1" dirty="0"/>
              <a:t>Functions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Controls database transactions.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Maintains data consistency.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Prevents data conflicts.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Supports Commit and Rollback.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/>
              <a:t>Ensures ACID properties. </a:t>
            </a:r>
          </a:p>
        </p:txBody>
      </p:sp>
    </p:spTree>
    <p:extLst>
      <p:ext uri="{BB962C8B-B14F-4D97-AF65-F5344CB8AC3E}">
        <p14:creationId xmlns:p14="http://schemas.microsoft.com/office/powerpoint/2010/main" val="5764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3F18C2-8103-88F2-FBEA-1EC53A795D8B}"/>
              </a:ext>
            </a:extLst>
          </p:cNvPr>
          <p:cNvSpPr txBox="1"/>
          <p:nvPr/>
        </p:nvSpPr>
        <p:spPr>
          <a:xfrm>
            <a:off x="0" y="0"/>
            <a:ext cx="12191999" cy="4955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5400" dirty="0"/>
              <a:t>                          Conclusion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DBMS software components work together efficiently.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Query Processor executes SQL queries.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Storage Manager manages data storage.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Transaction Manager ensures safe and reliable transactions.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These components improve DBMS performance and security.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76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FA238-C406-C782-D8DE-C834EC08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7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151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</dc:creator>
  <cp:lastModifiedBy>Nevi</cp:lastModifiedBy>
  <cp:revision>1</cp:revision>
  <dcterms:created xsi:type="dcterms:W3CDTF">2026-08-02T15:07:52Z</dcterms:created>
  <dcterms:modified xsi:type="dcterms:W3CDTF">2026-08-02T15:51:25Z</dcterms:modified>
</cp:coreProperties>
</file>