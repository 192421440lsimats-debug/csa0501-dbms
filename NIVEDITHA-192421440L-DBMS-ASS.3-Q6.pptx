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8E9E-6F61-A64B-36F8-2ECBF0D0E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CC8B6-48C0-CAD4-C02B-E5FB49E16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84056-2623-8937-AA4A-C5A66E08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84A0F-1597-4174-2E2A-D95AF49E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EAA60-197C-52EF-10EF-C946062F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0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CCF7-7C7C-B6FC-CAE5-E84DB814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2D70-0CBF-C810-45CE-89B539138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5EC8B-BBBA-F65F-9625-228149EB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1145A-C604-C442-731C-1DCF052F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239B2-747E-1CE4-13E1-87C707E6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97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06D17-8FD5-1BCB-735F-09D91164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9820E-78D4-0FB3-F7A8-9961145A7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4506-ABD8-242B-B725-FB798BF6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8BF6C-1D8D-3BA9-D280-5CF0F474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1509-4FF5-2E50-362F-1AE22B49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97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97B7-032C-F902-03E7-6C15C50B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F1B8-09B7-E9C9-B917-C7D24D683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AD591-A1E6-75EF-5CF7-1A0EB43CB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A82DB-B1AD-3048-E1D7-A4C2D6E3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BC74C-4264-950C-B7EE-2E8E2229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57CD3-2E4D-5A8A-ACCB-E3F2530F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F923-BCA9-BD5B-B229-12EEB88A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768CD-C33B-493C-8AF6-198C07E39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6E2AF-8C32-4300-B3E0-F2322A6E9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5A754-2254-3AC0-FCE8-8C626D674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8F9B3-FA32-B891-B436-858DC2428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FFD68-8A2B-D998-7806-1A29ED90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142FC-0E63-AB6D-670B-19493FB9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75D32B-95F8-859F-80EC-3B3D7B8B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5350-197E-95AA-FFAF-F328B124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08DCE-A4AB-BACC-CA7C-58AE8B3A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E3731-9621-3C1D-4A3D-05DFE940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F0E12-0E69-A4AC-2EDF-116E3E7C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58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0DA60-5A17-688B-11D4-DDB2661A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6E184-3F02-97C6-B584-BA04D567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CB5B0-33C3-3D10-8AA8-7E82DC135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31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ABAF-29CC-D0B4-5E24-A89F12CA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4301D-DB8C-4E60-537E-12A1BC3D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C097B-B94E-260F-A3BF-2A9ED9EE7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3B180-07A7-67F1-F2D7-9F6621BA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39511-3CCD-5664-0754-B91EAF84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B28D1-54E6-6A2E-8B5E-78EE357D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69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5852-270C-7E31-6F77-2B9827C60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C72D6-F242-14FB-DBFA-065869AFB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4C79E-44C6-3963-FA45-0DC2F3B13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0360C-4447-3E56-512E-EA9B1C62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4A0E5-2938-9730-944C-6E0D4A825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CC31B-3F14-AAB5-BC89-CAB726BC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94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A3C2-5EFA-6D64-4F83-D7E36A8D1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414D-1261-C123-93C6-DB99DC0CF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BF9F2-43E9-F723-0394-C51AA4CC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F6DA7-5EBD-01C8-B1FD-58E51B6E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B7B1-4384-81A5-9FD8-D1E2C4DF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4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1B17A-3D42-7944-9ACC-DEA37571D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0DE8B-B0D3-20D3-C69D-2BF026C2F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FAEBB-1C40-E2DD-C010-7185A41F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D3518-FFFC-BDA2-D7CC-82958474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6CC7E-15EB-5755-F56D-6ECEB1CC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1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9FED9-D6BA-2715-32A9-24799CC2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CF98D-4D2C-B18F-5AA0-1802A8FAF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A846A-FAF2-D270-CB30-3BDB80F23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7F472-33EF-4AB0-A13E-CBBC875D5D3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CBC0B-ED67-C39A-3B98-4365628C3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FC9C4-2020-F0F2-F570-5117E3AEC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AF902-8899-4A8D-BB9C-9C7A5B92E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83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BD177F4-128B-9A55-420F-C3BC48F1CEFC}"/>
              </a:ext>
            </a:extLst>
          </p:cNvPr>
          <p:cNvSpPr txBox="1"/>
          <p:nvPr/>
        </p:nvSpPr>
        <p:spPr>
          <a:xfrm>
            <a:off x="478465" y="552893"/>
            <a:ext cx="10738884" cy="5942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4000" b="1" dirty="0"/>
              <a:t>EER Model – Generalization and Specialization</a:t>
            </a:r>
          </a:p>
          <a:p>
            <a:pPr>
              <a:lnSpc>
                <a:spcPct val="200000"/>
              </a:lnSpc>
              <a:buNone/>
            </a:pPr>
            <a:endParaRPr lang="en-IN" b="1" dirty="0"/>
          </a:p>
          <a:p>
            <a:pPr>
              <a:lnSpc>
                <a:spcPct val="200000"/>
              </a:lnSpc>
              <a:buNone/>
            </a:pPr>
            <a:r>
              <a:rPr lang="en-IN" sz="4400" b="1" dirty="0"/>
              <a:t>                     University Case Study</a:t>
            </a:r>
          </a:p>
          <a:p>
            <a:pPr>
              <a:lnSpc>
                <a:spcPct val="200000"/>
              </a:lnSpc>
              <a:buNone/>
            </a:pPr>
            <a:r>
              <a:rPr lang="en-IN" sz="3600" b="1" dirty="0"/>
              <a:t>                                                                              Prepared by:</a:t>
            </a:r>
            <a:br>
              <a:rPr lang="en-IN" dirty="0"/>
            </a:br>
            <a:r>
              <a:rPr lang="en-IN" dirty="0"/>
              <a:t>                                                                                                                                                                         </a:t>
            </a:r>
            <a:r>
              <a:rPr lang="en-IN" sz="2800" b="1" dirty="0"/>
              <a:t>Niveditha S</a:t>
            </a:r>
            <a:br>
              <a:rPr lang="en-IN" sz="2800" dirty="0"/>
            </a:br>
            <a:r>
              <a:rPr lang="en-IN" sz="2800" dirty="0"/>
              <a:t>                                                                                                            </a:t>
            </a:r>
            <a:r>
              <a:rPr lang="en-IN" sz="2800" b="1" dirty="0"/>
              <a:t>192421440L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53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763C78-CBE8-6928-483A-0CD039BA7A10}"/>
              </a:ext>
            </a:extLst>
          </p:cNvPr>
          <p:cNvSpPr txBox="1"/>
          <p:nvPr/>
        </p:nvSpPr>
        <p:spPr>
          <a:xfrm>
            <a:off x="212651" y="85061"/>
            <a:ext cx="8934007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 6.Prepare a presentation on the EER model, demonstrating</a:t>
            </a:r>
          </a:p>
          <a:p>
            <a:r>
              <a:rPr lang="en-IN" sz="3200" dirty="0"/>
              <a:t>generalization and specialization with a University case study.?</a:t>
            </a:r>
          </a:p>
          <a:p>
            <a:r>
              <a:rPr lang="en-IN" sz="4400" b="1" u="sng" dirty="0"/>
              <a:t>Introduction to EER Model</a:t>
            </a:r>
            <a:endParaRPr lang="en-IN" sz="3200" b="1" u="sng" dirty="0"/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/>
              <a:t>EER (Enhanced Entity Relationship) Model is an extension of the ER Model.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/>
              <a:t>It represents complex database structures.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/>
              <a:t>It includes </a:t>
            </a:r>
            <a:r>
              <a:rPr lang="en-IN" sz="3200" b="1" dirty="0"/>
              <a:t>Generalization</a:t>
            </a:r>
            <a:r>
              <a:rPr lang="en-IN" sz="3200" dirty="0"/>
              <a:t> and </a:t>
            </a:r>
            <a:r>
              <a:rPr lang="en-IN" sz="3200" b="1" dirty="0"/>
              <a:t>Specialization</a:t>
            </a:r>
            <a:r>
              <a:rPr lang="en-IN" sz="3200" dirty="0"/>
              <a:t>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/>
              <a:t>It helps organize data efficiently.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52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3AC0E7-04BE-904E-63A3-8AB47EE2C496}"/>
              </a:ext>
            </a:extLst>
          </p:cNvPr>
          <p:cNvSpPr txBox="1"/>
          <p:nvPr/>
        </p:nvSpPr>
        <p:spPr>
          <a:xfrm>
            <a:off x="127590" y="-106327"/>
            <a:ext cx="11259879" cy="724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                        University Case Study</a:t>
            </a:r>
          </a:p>
          <a:p>
            <a:pPr>
              <a:lnSpc>
                <a:spcPct val="150000"/>
              </a:lnSpc>
              <a:buNone/>
            </a:pPr>
            <a:r>
              <a:rPr lang="en-IN" sz="4000" b="1" u="sng" dirty="0"/>
              <a:t>Superclass: Person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/>
              <a:t>Person ID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/>
              <a:t>Name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/>
              <a:t>Address </a:t>
            </a:r>
          </a:p>
          <a:p>
            <a:pPr>
              <a:lnSpc>
                <a:spcPct val="150000"/>
              </a:lnSpc>
              <a:buNone/>
            </a:pPr>
            <a:r>
              <a:rPr lang="en-IN" sz="4000" b="1" u="sng" dirty="0"/>
              <a:t>Subclasses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b="1" dirty="0"/>
              <a:t>Student:</a:t>
            </a:r>
            <a:r>
              <a:rPr lang="en-IN" sz="3200" dirty="0"/>
              <a:t> Roll No, Course, Semester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b="1" dirty="0"/>
              <a:t>Faculty:</a:t>
            </a:r>
            <a:r>
              <a:rPr lang="en-IN" sz="3200" dirty="0"/>
              <a:t> Employee ID, Department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b="1" dirty="0"/>
              <a:t>Staff:</a:t>
            </a:r>
            <a:r>
              <a:rPr lang="en-IN" sz="3200" dirty="0"/>
              <a:t> Staff ID, Job Role </a:t>
            </a:r>
          </a:p>
        </p:txBody>
      </p:sp>
    </p:spTree>
    <p:extLst>
      <p:ext uri="{BB962C8B-B14F-4D97-AF65-F5344CB8AC3E}">
        <p14:creationId xmlns:p14="http://schemas.microsoft.com/office/powerpoint/2010/main" val="121459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CCBF52-C7A0-BFD0-33C9-4D9B0DA6D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1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24B30-005F-586F-EABE-BBEB720B351C}"/>
              </a:ext>
            </a:extLst>
          </p:cNvPr>
          <p:cNvSpPr txBox="1"/>
          <p:nvPr/>
        </p:nvSpPr>
        <p:spPr>
          <a:xfrm>
            <a:off x="372141" y="414670"/>
            <a:ext cx="10334846" cy="48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4800" b="1" dirty="0"/>
              <a:t>                </a:t>
            </a:r>
            <a:r>
              <a:rPr lang="en-IN" sz="4800" b="1" u="sng" dirty="0"/>
              <a:t>Explanation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600" b="1" dirty="0"/>
              <a:t>Person</a:t>
            </a:r>
            <a:r>
              <a:rPr lang="en-IN" sz="3600" dirty="0"/>
              <a:t> is the superclass.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600" b="1" dirty="0"/>
              <a:t>Student</a:t>
            </a:r>
            <a:r>
              <a:rPr lang="en-IN" sz="3600" dirty="0"/>
              <a:t>, </a:t>
            </a:r>
            <a:r>
              <a:rPr lang="en-IN" sz="3600" b="1" dirty="0"/>
              <a:t>Faculty</a:t>
            </a:r>
            <a:r>
              <a:rPr lang="en-IN" sz="3600" dirty="0"/>
              <a:t>, and </a:t>
            </a:r>
            <a:r>
              <a:rPr lang="en-IN" sz="3600" b="1" dirty="0"/>
              <a:t>Staff</a:t>
            </a:r>
            <a:r>
              <a:rPr lang="en-IN" sz="3600" dirty="0"/>
              <a:t> are subclasses.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600" dirty="0"/>
              <a:t>All subclasses inherit common details from </a:t>
            </a:r>
            <a:r>
              <a:rPr lang="en-IN" sz="3600" b="1" dirty="0"/>
              <a:t>Person</a:t>
            </a:r>
            <a:r>
              <a:rPr lang="en-IN" sz="3600" dirty="0"/>
              <a:t>. 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600" dirty="0"/>
              <a:t>This reduces duplicate data.</a:t>
            </a:r>
          </a:p>
        </p:txBody>
      </p:sp>
    </p:spTree>
    <p:extLst>
      <p:ext uri="{BB962C8B-B14F-4D97-AF65-F5344CB8AC3E}">
        <p14:creationId xmlns:p14="http://schemas.microsoft.com/office/powerpoint/2010/main" val="205544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2832BE-5E6E-9C4B-5C84-DE92FC71F9DE}"/>
              </a:ext>
            </a:extLst>
          </p:cNvPr>
          <p:cNvSpPr txBox="1"/>
          <p:nvPr/>
        </p:nvSpPr>
        <p:spPr>
          <a:xfrm>
            <a:off x="138223" y="-74427"/>
            <a:ext cx="11727712" cy="563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4800" b="1" dirty="0"/>
              <a:t>                            </a:t>
            </a:r>
            <a:r>
              <a:rPr lang="en-IN" sz="4800" b="1" u="sng" dirty="0"/>
              <a:t>Advantages</a:t>
            </a:r>
            <a:r>
              <a:rPr lang="en-IN" sz="4800" b="1" dirty="0"/>
              <a:t> </a:t>
            </a:r>
            <a:r>
              <a:rPr lang="en-IN" sz="1100" b="1" dirty="0"/>
              <a:t>     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Reduces redundancy.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Improves database design.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Easy to manage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Supports inheritance.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Increases flexibility.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7961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E1160-24E7-6F6B-CAAF-6C9A73AB2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70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161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Nevi</dc:creator>
  <cp:lastModifiedBy>Nevi</cp:lastModifiedBy>
  <cp:revision>1</cp:revision>
  <dcterms:created xsi:type="dcterms:W3CDTF">2026-08-02T13:02:47Z</dcterms:created>
  <dcterms:modified xsi:type="dcterms:W3CDTF">2026-08-02T13:33:35Z</dcterms:modified>
</cp:coreProperties>
</file>