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7739-8F42-C44A-D7C4-DCE841136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49AD3-E473-B9CB-BAF1-94F9474D9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5C0AC-F3FE-FFCC-FEB2-EB42F47A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E0E8-9CD0-4306-A5BF-3051720DADA3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3127-3FF6-945B-626B-419FF0162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9D791-B803-4FC8-FE36-430EA1BE8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7FD1-FD00-46FF-9E66-E100F86EC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08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FAA89-60E5-7DD4-95BB-82474EFF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BD5AE-2225-4FDA-FCF7-1BDDF9757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A00F0-A061-6D1E-A93B-06C485A24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E0E8-9CD0-4306-A5BF-3051720DADA3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8E541-E503-5EA4-DACE-DE778BFE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8F4CE-D65F-17B8-BA85-147ABDA9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7FD1-FD00-46FF-9E66-E100F86EC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96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5C0AE-C869-AF70-145E-8BDC0807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2B136-0F1F-42BD-AA30-9887F2431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23B7D-0294-BA00-8202-E2CE9666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E0E8-9CD0-4306-A5BF-3051720DADA3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C8A67-6CB7-AA2F-8FAE-59ABACC57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7B897-5A53-EC25-A7F9-AD1C8CC2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7FD1-FD00-46FF-9E66-E100F86EC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075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9A44-1767-5EF9-A293-388B80C3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EFDC7-A984-29A1-D657-CA3F6D660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CD37F-AB36-0E7D-B76C-539A2DA3E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D833A-C509-7496-77C0-8A61E499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E0E8-9CD0-4306-A5BF-3051720DADA3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43400-2C7C-6429-CC7E-FD0DD9178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253FE-485D-69F8-410A-9EF6ADC1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7FD1-FD00-46FF-9E66-E100F86EC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49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A13A-9C17-4057-3758-8B8D334FC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9B81C-A92D-28F2-F748-326B129F0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EEB613-8532-A1B1-58CD-97A379337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13916-B2C4-F84D-671A-F2F31AED8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F89CC-92F4-7288-2F77-0BA751779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722298-E2B4-D125-B9A7-51C9320AD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E0E8-9CD0-4306-A5BF-3051720DADA3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296C1A-5D5A-2E70-C833-66F397CFA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9E407-D082-121F-5685-1F7EBEBA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7FD1-FD00-46FF-9E66-E100F86EC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E3ED-F553-28D0-5FA1-C233B5E8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EF0E1-5E39-707B-8C84-D26CEA4B2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E0E8-9CD0-4306-A5BF-3051720DADA3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612BE-86EB-8AD4-74FD-F3897B261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75751-8F0C-C239-7323-0123B346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7FD1-FD00-46FF-9E66-E100F86EC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042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2B7FD3-2671-9F87-6106-273C4780F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E0E8-9CD0-4306-A5BF-3051720DADA3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4F29D7-2D85-B02F-C11E-278577D03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31620-1F72-0943-02A4-CD68011D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7FD1-FD00-46FF-9E66-E100F86EC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942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36230-2073-8CEB-7580-21A08022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BC597-CADE-019A-A31E-B721A36F3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4E991-DCB5-3458-C425-07F761A31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C6C1D-AF17-17C3-F8EB-179279CCF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E0E8-9CD0-4306-A5BF-3051720DADA3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0868E-7692-6016-1598-E32F47FF3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65B86-700B-7390-B1D7-A3FD16F8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7FD1-FD00-46FF-9E66-E100F86EC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43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20735-0251-A6B0-2ED9-F4703BA42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B9E95-43C7-A854-7B52-A9C2C9B6D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AEF5B-1AC5-0BB0-5C06-E6AA8CFF9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B03DA-B846-419F-4ADA-44C3ECF1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E0E8-9CD0-4306-A5BF-3051720DADA3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F8CC9-082C-8C81-D8DC-D77FA1E9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24BA8-BD19-E884-FC17-8FA45C01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7FD1-FD00-46FF-9E66-E100F86EC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94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3D5E-72A0-04EE-7B2B-3775BA41C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E9F91-0551-943E-1C62-9EB091ABC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FD9BF-0FD9-31B4-7288-5A84DEA5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E0E8-9CD0-4306-A5BF-3051720DADA3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DCF6A-BAFB-F299-2573-76F369D8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E7296-4A9A-7570-8E28-D3AD6E36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7FD1-FD00-46FF-9E66-E100F86EC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8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BFFA01-65F5-26A5-F509-B5EA0DBC8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B4138-845A-4B75-E208-338F88251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1AB4A-E67B-3481-924F-39B86A79C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E0E8-9CD0-4306-A5BF-3051720DADA3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F1A41-D7D0-0EED-5095-AB3B5B22C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90734-F58E-6BBE-14D9-FF57F225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7FD1-FD00-46FF-9E66-E100F86EC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299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09F4D5-A99A-B888-25E3-355548730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3DE3D-C04E-A19E-DFB9-16862F837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D8BD9-E0CC-C96F-D0E2-797DCFFEC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5E0E8-9CD0-4306-A5BF-3051720DADA3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AFFC-EC32-FCEF-0F42-8EAD4E7B0F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904F-A1C0-B96B-A6D5-BD82E8B32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27FD1-FD00-46FF-9E66-E100F86EC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66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C2A1-CD14-84BD-D8F5-E099919F0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" y="189675"/>
            <a:ext cx="11408664" cy="1245933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2.Present a comparison between file-based systems and DBMS using real-life case studies from banking or healthcare.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822B2-62E1-8A1D-9A5F-E87E34F1F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" y="1719072"/>
            <a:ext cx="10229088" cy="3685032"/>
          </a:xfrm>
        </p:spPr>
        <p:txBody>
          <a:bodyPr/>
          <a:lstStyle/>
          <a:p>
            <a:pPr algn="l"/>
            <a:r>
              <a:rPr lang="en-IN" dirty="0"/>
              <a:t>Introduction to File-Based System and DBMS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A File-Based System stores data in separate files managed by individual applications.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A Database Management System (DBMS) stores and manages data in a centralized database.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File-based systems were used before DBMS became popular.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DBMS provides better data management, security, and consistency.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Today, most organizations prefer DBMS for handling large volumes of data.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500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DECDB-0424-1D59-0EF2-946B6D91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File-Based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9C492-DA6D-6746-EDC1-C9849FCFB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separate files.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application maintains its own files.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redundancy is high due to duplicate records.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sharing between applications is difficult.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Patient records stored separately in different hospital departments using Excel files.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486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1309-982A-B3CE-B95E-19216E3A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(DBMS)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CEACD-9437-AC26-197F-11DA6E9B5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data in a centralized database.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redundancy and inconsistency.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users at the same time.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data security, backup, and recovery.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hospital information system where all departments access the same patient database.</a:t>
            </a:r>
          </a:p>
        </p:txBody>
      </p:sp>
    </p:spTree>
    <p:extLst>
      <p:ext uri="{BB962C8B-B14F-4D97-AF65-F5344CB8AC3E}">
        <p14:creationId xmlns:p14="http://schemas.microsoft.com/office/powerpoint/2010/main" val="3298075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661F8-0F42-4154-EB89-1630C94C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File-Based System and DBMS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6435EA-6C4B-F743-B4B9-2B1AEF472F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0086868"/>
              </p:ext>
            </p:extLst>
          </p:nvPr>
        </p:nvGraphicFramePr>
        <p:xfrm>
          <a:off x="838200" y="1499218"/>
          <a:ext cx="10515600" cy="4894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780881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78074077"/>
                    </a:ext>
                  </a:extLst>
                </a:gridCol>
              </a:tblGrid>
              <a:tr h="815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File-Based System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DBMS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0535654"/>
                  </a:ext>
                </a:extLst>
              </a:tr>
              <a:tr h="815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Separate 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Centralized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139647"/>
                  </a:ext>
                </a:extLst>
              </a:tr>
              <a:tr h="815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data redundancy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data redundancy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479015"/>
                  </a:ext>
                </a:extLst>
              </a:tr>
              <a:tr h="815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 security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224865"/>
                  </a:ext>
                </a:extLst>
              </a:tr>
              <a:tr h="815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 data sharing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Easy data sharing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635992"/>
                  </a:ext>
                </a:extLst>
              </a:tr>
              <a:tr h="815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Backup is difficult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Backup and recovery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398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208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1A0EB-F99D-B5F4-A562-972108A6C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Case Study – Banking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F0642-6A15-7293-11D3-93D55CF27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297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File-Based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records stored in separate branch files.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information is slow.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customer records may occur.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generate reports.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risk of data inconsistency. </a:t>
            </a:r>
          </a:p>
          <a:p>
            <a:pPr marL="0" indent="0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branches access one centralized database.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details are updated instantly.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duplicate records.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transaction processing.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reliable banking operations.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486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71909-DF7C-BEAB-292B-A97F2CDE3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C477-053F-ECCC-99AD-A2AE07A1F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data redundancy.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security and privacy.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 data retrieval.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users simultaneously.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banking, healthcare, education, and e-commerce.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020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2.Present a comparison between file-based systems and DBMS using real-life case studies from banking or healthcare.</vt:lpstr>
      <vt:lpstr>File-Based System</vt:lpstr>
      <vt:lpstr>Database Management System (DBMS)</vt:lpstr>
      <vt:lpstr>Comparison Between File-Based System and DBMS</vt:lpstr>
      <vt:lpstr>Real-Life Case Study – Banking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j v</dc:creator>
  <cp:lastModifiedBy>vaishnavi j v</cp:lastModifiedBy>
  <cp:revision>1</cp:revision>
  <dcterms:created xsi:type="dcterms:W3CDTF">2026-08-02T07:22:24Z</dcterms:created>
  <dcterms:modified xsi:type="dcterms:W3CDTF">2026-08-02T07:22:37Z</dcterms:modified>
</cp:coreProperties>
</file>