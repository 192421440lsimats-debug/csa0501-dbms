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5D3D-6C80-6C3D-D23A-0D713111F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771CC-2C88-3398-583C-7E9C60309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25645-9D75-789C-7FAF-921A5A2C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90BD7-2B39-5E2D-78AF-E4CE786C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B65AD-4853-D965-F9DF-BD397C3C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60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0B7F-9F0E-42CB-C820-963F9B20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0EC01-4ADE-EADF-FF75-7358E13AB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9962C-EA9D-8FD0-EDF3-0FC534C6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50F13-A02F-E440-38FB-CFF5B392C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AB134-84CF-6EFB-6BAC-A255824D4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307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CDF8-1779-9064-3CB0-EA5E4E0A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032CB-C95C-4C86-2FF8-E63B593FD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EBD70-D3D4-23C3-52A1-78792334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7BFBF-6FA2-CF22-6619-DFC067E38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0BC96-4ED9-9FC8-DC22-3ED635D99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21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C1B46-24DE-4883-6E6A-2527C016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83C45-E652-85A9-11EE-1A51559C5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5480E-ED5A-F305-51B2-DD55099F3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D1EB3-B857-AA8A-7F9A-A2E65671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60A2E-B945-4063-1252-866F711B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8E906-C011-8F72-96A4-59B400802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726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08812-1272-A317-04CB-67816F0A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8E016-9332-9CA4-D1FF-74C36CA4D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60AA1-8098-7961-4E7F-15E8B2480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08860-1791-9023-9D11-307D73182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A2178-3761-F59E-1CB8-396FD85A7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05A93E-C8A9-4A9E-930C-9B0EB301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0B014-C5C7-AEF6-B40C-9A58555C0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FC4841-3230-92D0-1028-8FD5A084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474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E771-D1B6-7889-559C-AE552A62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7A9B5-1931-0358-D9E3-5D3E2C011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C27B9-0C70-7C50-377A-499EA782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235B5-D7E2-4210-3F21-3881E305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60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BB5AD7-ED8F-223E-40E0-D8009887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D3812-2AFB-F1F8-E9D7-D834650E9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76CAA-3EE3-1B05-4EB1-ED536687A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594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AEC23-2778-A8BF-A63E-FBC1B579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C2330-0BB3-E618-6545-CACA5DF60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E2332-5CC5-3DAF-7BB7-5C5138F41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70738-7487-3A74-5954-C7B229DA6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72D66-FC87-0092-580F-D6E8952D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9EC86-4B6E-09D8-EF8C-4309B285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29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7972-050A-4FCE-0B04-A6AB5F213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50B053-D169-270C-5F9D-A55FD2F81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CA064-CB12-783B-8FFB-4BB6381F0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F25AD-3CA9-5766-DEE8-6C8B69E1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E07D5-CB4F-CD14-4E6D-35E2AA78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EFBD8-E7BC-7E88-515F-18BCB30C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023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F8A2D-4AA9-8364-AC79-A3BEE5B7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500C3-927E-0DC4-A436-763D5609B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8F010-9044-083E-10DB-FCAAEA00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4C001-044D-826D-4B57-06D3EED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1919D-9736-622B-8831-51C1F066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165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551397-312D-811C-5EEA-285D7897E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D4E53-FBC9-2099-20B9-DFD8D07A9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3E3B-254A-7711-C67D-1A7DC01D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568B5-AFF0-EE74-65CB-78DC07DF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B68E-A2F2-4AD7-7C6B-AF4FD4878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4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1A1B2-D54C-D6DF-A7E8-F67BA6512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8EDDD-C7C6-4224-B690-183FB5B63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C0DE8-39C9-0297-3017-61798568B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BB858-EB41-4FF6-8FB9-E43502E5DC4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921B-09C5-F6A2-A76A-87F91908B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D4D92-5EA0-B65C-5148-4DCE4354C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177DD-5B07-4352-9644-8C3C90C10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715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77177C-49E1-085B-1630-3B5D02C191A7}"/>
              </a:ext>
            </a:extLst>
          </p:cNvPr>
          <p:cNvSpPr txBox="1"/>
          <p:nvPr/>
        </p:nvSpPr>
        <p:spPr>
          <a:xfrm>
            <a:off x="85061" y="0"/>
            <a:ext cx="12106940" cy="7033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000" b="1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IN" sz="4000" b="1" dirty="0"/>
              <a:t>Comparison of Strong and Weak Entities in ER </a:t>
            </a:r>
            <a:r>
              <a:rPr lang="en-IN" sz="4000" b="1" dirty="0" err="1"/>
              <a:t>Modeling</a:t>
            </a:r>
            <a:endParaRPr lang="en-IN" sz="4000" b="1" dirty="0"/>
          </a:p>
          <a:p>
            <a:pPr>
              <a:lnSpc>
                <a:spcPct val="150000"/>
              </a:lnSpc>
              <a:buNone/>
            </a:pPr>
            <a:r>
              <a:rPr lang="en-IN" sz="4000" b="1" dirty="0"/>
              <a:t>With Real-World Examples  </a:t>
            </a:r>
          </a:p>
          <a:p>
            <a:pPr>
              <a:lnSpc>
                <a:spcPct val="150000"/>
              </a:lnSpc>
              <a:buNone/>
            </a:pPr>
            <a:endParaRPr lang="en-IN" sz="4000" b="1" dirty="0"/>
          </a:p>
          <a:p>
            <a:pPr>
              <a:lnSpc>
                <a:spcPct val="150000"/>
              </a:lnSpc>
              <a:buNone/>
            </a:pPr>
            <a:endParaRPr lang="en-IN" sz="4000" b="1" dirty="0"/>
          </a:p>
          <a:p>
            <a:pPr>
              <a:lnSpc>
                <a:spcPct val="150000"/>
              </a:lnSpc>
              <a:buNone/>
            </a:pPr>
            <a:r>
              <a:rPr lang="en-IN" sz="4000" b="1" dirty="0"/>
              <a:t>                                                                            Prepared by:</a:t>
            </a:r>
            <a:br>
              <a:rPr lang="en-IN" dirty="0"/>
            </a:br>
            <a:r>
              <a:rPr lang="en-IN" dirty="0"/>
              <a:t>                                                                                                                                                                                              </a:t>
            </a:r>
            <a:r>
              <a:rPr lang="en-IN" sz="3200" b="1" dirty="0"/>
              <a:t>Niveditha S</a:t>
            </a:r>
            <a:br>
              <a:rPr lang="en-IN" sz="3200" dirty="0"/>
            </a:br>
            <a:r>
              <a:rPr lang="en-IN" sz="3200" dirty="0"/>
              <a:t>                                                                                                           </a:t>
            </a:r>
            <a:r>
              <a:rPr lang="en-IN" sz="3200" b="1" dirty="0"/>
              <a:t>192421440L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411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172C8C5-682A-8D92-0F45-FCEBBCE8DFB7}"/>
              </a:ext>
            </a:extLst>
          </p:cNvPr>
          <p:cNvSpPr txBox="1"/>
          <p:nvPr/>
        </p:nvSpPr>
        <p:spPr>
          <a:xfrm>
            <a:off x="85059" y="148856"/>
            <a:ext cx="12344401" cy="443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/>
              <a:t> 9.What is an Entity?</a:t>
            </a:r>
          </a:p>
          <a:p>
            <a:pPr>
              <a:lnSpc>
                <a:spcPct val="150000"/>
              </a:lnSpc>
              <a:buNone/>
            </a:pPr>
            <a:r>
              <a:rPr lang="en-IN" sz="3600" b="1" dirty="0"/>
              <a:t>Introduction: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/>
              <a:t>An entity is a real-world object in a database.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/>
              <a:t>ER Model uses </a:t>
            </a:r>
            <a:r>
              <a:rPr lang="en-IN" sz="3600" b="1" dirty="0"/>
              <a:t>Strong</a:t>
            </a:r>
            <a:r>
              <a:rPr lang="en-IN" sz="3600" dirty="0"/>
              <a:t> and </a:t>
            </a:r>
            <a:r>
              <a:rPr lang="en-IN" sz="3600" b="1" dirty="0"/>
              <a:t>Weak</a:t>
            </a:r>
            <a:r>
              <a:rPr lang="en-IN" sz="3600" dirty="0"/>
              <a:t> entities.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dirty="0"/>
              <a:t>They help represent different types of data relationships. </a:t>
            </a:r>
          </a:p>
        </p:txBody>
      </p:sp>
    </p:spTree>
    <p:extLst>
      <p:ext uri="{BB962C8B-B14F-4D97-AF65-F5344CB8AC3E}">
        <p14:creationId xmlns:p14="http://schemas.microsoft.com/office/powerpoint/2010/main" val="1985086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C3759B-C75A-CE7A-9BED-6A2B8219E734}"/>
              </a:ext>
            </a:extLst>
          </p:cNvPr>
          <p:cNvSpPr txBox="1"/>
          <p:nvPr/>
        </p:nvSpPr>
        <p:spPr>
          <a:xfrm>
            <a:off x="85061" y="170121"/>
            <a:ext cx="12004158" cy="6590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800" b="1" dirty="0"/>
              <a:t>                          Strong Entity</a:t>
            </a:r>
          </a:p>
          <a:p>
            <a:pPr>
              <a:lnSpc>
                <a:spcPct val="150000"/>
              </a:lnSpc>
              <a:buNone/>
            </a:pPr>
            <a:r>
              <a:rPr lang="en-IN" sz="3600" b="1" dirty="0"/>
              <a:t>Definition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A strong entity has its own </a:t>
            </a:r>
            <a:r>
              <a:rPr lang="en-IN" sz="2400" b="1" dirty="0"/>
              <a:t>Primary Key</a:t>
            </a:r>
            <a:r>
              <a:rPr lang="en-IN" sz="2400" dirty="0"/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It can exist independently.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It does not depend on another entity. </a:t>
            </a:r>
          </a:p>
          <a:p>
            <a:pPr>
              <a:lnSpc>
                <a:spcPct val="150000"/>
              </a:lnSpc>
              <a:buNone/>
            </a:pPr>
            <a:r>
              <a:rPr lang="en-IN" sz="3200" b="1" dirty="0"/>
              <a:t>Example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/>
              <a:t>Student</a:t>
            </a:r>
            <a:endParaRPr lang="en-IN" sz="2400" dirty="0"/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 err="1"/>
              <a:t>Student_ID</a:t>
            </a:r>
            <a:r>
              <a:rPr lang="en-IN" sz="2400" dirty="0"/>
              <a:t> (PK)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Name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Department </a:t>
            </a:r>
          </a:p>
        </p:txBody>
      </p:sp>
    </p:spTree>
    <p:extLst>
      <p:ext uri="{BB962C8B-B14F-4D97-AF65-F5344CB8AC3E}">
        <p14:creationId xmlns:p14="http://schemas.microsoft.com/office/powerpoint/2010/main" val="930508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F3DB3A-AE65-431C-CD4A-8A1730408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02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EA4F3F-52CF-CFA1-3600-DD7CE25A6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19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0035C-B3F8-A56E-58A0-F32F1ECDBA06}"/>
              </a:ext>
            </a:extLst>
          </p:cNvPr>
          <p:cNvSpPr txBox="1"/>
          <p:nvPr/>
        </p:nvSpPr>
        <p:spPr>
          <a:xfrm>
            <a:off x="212651" y="106326"/>
            <a:ext cx="11823405" cy="4078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800" b="1" dirty="0"/>
              <a:t>Conclusion: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Strong entities have their own identity.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Weak entities depend on strong entities.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Both are important in ER </a:t>
            </a:r>
            <a:r>
              <a:rPr lang="en-IN" sz="3200" dirty="0" err="1"/>
              <a:t>modeling</a:t>
            </a:r>
            <a:r>
              <a:rPr lang="en-IN" sz="3200" dirty="0"/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They help design efficient and accurate databases.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81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BFDDED-D8B5-B895-3873-B33C7712F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Nevi</dc:creator>
  <cp:lastModifiedBy>Nevi</cp:lastModifiedBy>
  <cp:revision>1</cp:revision>
  <dcterms:created xsi:type="dcterms:W3CDTF">2026-08-02T16:39:34Z</dcterms:created>
  <dcterms:modified xsi:type="dcterms:W3CDTF">2026-08-02T16:41:23Z</dcterms:modified>
</cp:coreProperties>
</file>