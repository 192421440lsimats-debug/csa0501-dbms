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E897-D79C-681E-D1B1-DB2CDB845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9D996-7A1F-4C97-D18F-590A1BEFE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8A93F-3A65-CD1B-62B6-A45A1ECB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0C7B-9748-CA18-5D89-33EDFF5D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C6FE-57BD-2640-7503-E9924B54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700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4FEE-2EBA-C4A6-EDA7-DB388088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341ED-5F59-F56A-18FE-6D83798C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B27D4-F86E-9B61-CA26-2C024DDC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75914-2B7A-3108-69D1-1D19B6D4D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A86B0-3F99-3CCA-FA94-B50A05CD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06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BE06-20B6-71B0-0106-57FB6A3B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04382-43CC-FE1F-AF4E-B6336BDE5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54E7-A06E-D83F-2DC4-B7E774F67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54F47-DD82-9053-0630-BF9DC6E9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8CF12-D101-B207-98C3-DBC5F29F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27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B5AF-BE91-6326-08F2-FB2E34F7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09DB0-B169-FD5C-49D1-2DB8B6570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67C8D-1DB9-4D33-60BD-0FE20290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5C3E2-A934-566F-1ACF-DC52CE85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C992A-D0EE-6E80-B157-DADA0FB5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38D3A-FF78-79F2-4B6D-7F66FB4E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810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437D-5353-8466-F4D5-7F7698B9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26077-7B6D-10A8-89CB-29A36982F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32EEA-4314-0C94-7D82-CDFE3C0E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0F4B6-798D-54A9-72B9-AE80C4DD9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B1069-7305-8D41-6194-31AF9B651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7B40D-A8A8-C690-2BC1-6165E882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2B26C-4D7C-643C-25BA-51D45C7D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E58C6-9F39-C3A4-16CD-7531CE72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50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540D-9A40-4F39-99F5-4D6783CD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B29B-F89F-AD80-BDE9-99042097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978EF-7C2C-E804-DF3E-4E43F623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20963-FC8F-BA1D-1B52-D4AD35A3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2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173D6-BCEC-6D94-7BD8-CE16BFD9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43D413-10E3-5632-4E6F-0B3575AE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C1451-5AE0-6264-52F9-7D577FBD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600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77AD-01FC-D949-E2AD-89DB8C3D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7BD42-2EC5-A3B5-8C14-6001D782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05303-BFE7-5447-8084-9D618B75D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3B56A-2765-78C6-94DE-62CBCF16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CB5D1-A96B-AB64-E15D-87BF4EC3C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32C10-2F8D-09C0-0127-6D0787D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53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9395D-C60F-219E-3875-CAC4D04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8F687-2A91-A254-2760-235EB7978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6A255-A607-7AD3-AAD2-503D92C8F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0840C-7007-D564-DA35-0C50E998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83B7C-5454-8EEA-FF1B-3C0C69B5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A4FAA-C767-8260-2E3A-B7D9B013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44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E6A3-D5F4-5B56-C1B5-E8123CE7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DD40D-02CF-450B-7D6A-50F7120CE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FFF9-7BB3-17BA-7781-F3876177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3EBAB-446B-4A24-F23C-B6A8A34F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D219-BECE-B32F-EEB1-0CFA8F33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907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6EC11-C848-A1A8-FE5F-B3CE08949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A67E7-A9B1-25A5-01BF-F9B941DB8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695DC-B963-B51F-339C-F3CBAA7A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92434-4E3B-55F4-14E9-D9075770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BB86C-6990-3C79-62D2-CA93D82C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238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8BC63-26C8-BF16-134E-7684AEFD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563B6-EBBC-515C-FE3C-8D1C7C8D8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7BF7-CACA-AF0C-9C02-F5B88DC96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FE729-8409-4AAF-A83B-2191CE4CE44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45979-5CBA-D760-394C-EB1D50525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C8F5A-3FCA-A312-81D4-BF75B6BE3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A3B5C-D3E6-47EB-8C84-41E727020C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2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F865-7340-435B-5416-482F85852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217424"/>
            <a:ext cx="11835384" cy="1169098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5.Create and Present an ER Diagram for an Online Library System, Explaining Each Component Clearly.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57079-414E-C8AF-DDEF-F94CCE21E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682496"/>
            <a:ext cx="10393680" cy="3575304"/>
          </a:xfrm>
        </p:spPr>
        <p:txBody>
          <a:bodyPr>
            <a:normAutofit fontScale="92500"/>
          </a:bodyPr>
          <a:lstStyle/>
          <a:p>
            <a:pPr algn="l"/>
            <a:r>
              <a:rPr lang="en-IN" dirty="0"/>
              <a:t>Introduction to ER Diagram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Entity Relationship (ER) Diagram is a graphical representation of a database.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entities, attributes, and relationships between data.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help in designing databases before implementation.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a clear understanding of the database structure. 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are widely used in software and database development.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261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8417-6301-6076-45D2-231DA6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an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C042C-0CF9-3EA5-2FC5-C4DE045D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15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Entity: Represents a real-world object (e.g., Book, Member).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Attribute: Describes the properties of an entity (e.g., Book ID, Name).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 Shows how entities are connected (e.g., Member borrows Book).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A unique identifier for each entity (e.g.,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Cardinality: Defines the relationship between entities (One-to-One, One-to-Many, Many-to-Many).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3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826D-4697-9D65-1E25-EC0E1A278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 in Online Library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3A14-BC7C-240D-4484-93E0D8F9A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ID (Primary Key)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0" indent="0">
              <a:buNone/>
            </a:pPr>
            <a:endParaRPr lang="en-IN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ID (Primary Key)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</a:t>
            </a:r>
          </a:p>
          <a:p>
            <a:pPr lvl="0"/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178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41B2-85A1-C68A-5F2D-5AEA4E0A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28" y="557784"/>
            <a:ext cx="10515600" cy="54315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ER Diagram of Online Library System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480D8-5ACE-06AE-351D-8A64EC21E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866"/>
          <a:stretch>
            <a:fillRect/>
          </a:stretch>
        </p:blipFill>
        <p:spPr>
          <a:xfrm>
            <a:off x="474799" y="1028700"/>
            <a:ext cx="10840065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20FC-CB93-DE39-319B-D9EFAB0A9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the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9DC5A-5469-DDD3-EB18-9656A7C4E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stores all information about books available in the library.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stores student or faculty details.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Librarian manages books and library operations.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 records the issue and return details of books.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connect members, books, and librarians for efficient library management.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966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1568-A5CC-8320-B378-9CC9E444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4450A-35B4-4CFB-1AFC-FD361D7F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visual representation of the database.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relationships between entities.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database design errors.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communication between developers and users.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database implementation easier and more efficient.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67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5.Create and Present an ER Diagram for an Online Library System, Explaining Each Component Clearly.</vt:lpstr>
      <vt:lpstr>Components of an ER Diagram</vt:lpstr>
      <vt:lpstr>Entities and Attributes in Online Library System</vt:lpstr>
      <vt:lpstr>PowerPoint Presentation</vt:lpstr>
      <vt:lpstr>Explanation of the ER Diagram</vt:lpstr>
      <vt:lpstr>Advantages of 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j v</dc:creator>
  <cp:lastModifiedBy>vaishnavi j v</cp:lastModifiedBy>
  <cp:revision>1</cp:revision>
  <dcterms:created xsi:type="dcterms:W3CDTF">2026-08-02T07:47:38Z</dcterms:created>
  <dcterms:modified xsi:type="dcterms:W3CDTF">2026-08-02T07:47:53Z</dcterms:modified>
</cp:coreProperties>
</file>