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21C7A-A944-57B8-BC22-6EB578B010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EDB28D-73E2-2684-E292-DF09E0E3D5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3A345-9EF6-3EB7-BE86-14DBBC543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BAFAD-5F4F-4512-98E0-B61F1CA4EEE5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A34C6-12E4-A45F-D0B5-33F1D688F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D6310-AE6F-CDF6-76C2-25C68A128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32C43-12DA-4415-8C19-1345EA9D6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266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BBFD5-DFEA-183D-B948-F68C79301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51A39-7AD3-2313-C6D6-7A6613741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E4357-CAEB-4209-217A-ADD9E8F72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BAFAD-5F4F-4512-98E0-B61F1CA4EEE5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9B635-2DC4-9F02-ABAC-D536E4EE6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BE86F-8BE6-A361-9764-4214AB6B3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32C43-12DA-4415-8C19-1345EA9D6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4792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A8C2A-4C18-B2D4-BC50-B718924B1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3FD7F2-B2C1-D7D2-1866-9A33F2D7C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489C3-B068-14CC-0BF4-CA06F80EE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BAFAD-5F4F-4512-98E0-B61F1CA4EEE5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1280B-4AD0-FFBD-010D-884394B32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C4A6E-3D5D-E7A1-281D-344530991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32C43-12DA-4415-8C19-1345EA9D6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527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63CD9-079A-1BA8-D90A-936D06B35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E09B4-2CF3-269A-BEBE-4F96001EB9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4BA66D-20A0-B3C7-E01E-D9AC37F2A5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7BC15A-BB60-5ADE-453C-D324AF2E8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BAFAD-5F4F-4512-98E0-B61F1CA4EEE5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F38EDD-E6AB-13C7-DC32-788B101B7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911C2-6441-8148-D49D-7072F427A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32C43-12DA-4415-8C19-1345EA9D6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165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7D932-5B44-5B77-AF9D-2537DBE74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FB5447-3D4D-0A80-B23C-8CE6876EA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2F663-7500-D0F6-00FE-536762412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6DE159-D71F-9177-9435-FF3ECAACE2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230FC7-82E9-F5A8-2825-00B2665DA4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C65B30-6E82-D073-5D67-31D5195AB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BAFAD-5F4F-4512-98E0-B61F1CA4EEE5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067784-2848-7535-4433-54E5F3B6D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B189CB-7414-A6AD-8269-990AA5EAD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32C43-12DA-4415-8C19-1345EA9D6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49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859F3-0801-B799-9A0D-AD4FC76CD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860352-DB14-4B3D-6164-5357B998E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BAFAD-5F4F-4512-98E0-B61F1CA4EEE5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D157AE-FFC8-B0D2-2801-92BE49942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76439C-D3B3-2C3C-BD30-37C5204B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32C43-12DA-4415-8C19-1345EA9D6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564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63910D-831A-598A-CB6A-A70C6EB86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BAFAD-5F4F-4512-98E0-B61F1CA4EEE5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5BAD1B-E2CC-5A82-AEDD-AD91940B3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F9053-891E-BE6F-AF11-EA4AD077E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32C43-12DA-4415-8C19-1345EA9D6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17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3048-C0E6-2F69-8FC4-DA4C932BB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EA9A9-E584-2DFE-F4A5-93611F38A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96AFA8-FA7F-3AC7-CFCE-2D0AA2A18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3ADE63-EE84-E4D2-92C4-79CBA399C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BAFAD-5F4F-4512-98E0-B61F1CA4EEE5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B1660-BD34-D403-9E3C-FBA2ADF27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29C0A9-B4DA-58F1-4388-9BBE1DC3D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32C43-12DA-4415-8C19-1345EA9D6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044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EF3A7-4DAC-79AE-B0A0-96331A387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621A87-FFE5-E70C-8F07-393A1AA425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E9FDC3-C7DA-AE6B-1251-2D5FAFE5B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AA82F5-1762-B679-36B3-B9E4C9224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BAFAD-5F4F-4512-98E0-B61F1CA4EEE5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809CA-18F5-9292-5D34-6CC8C2FBA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D848D-E818-9023-EDD1-DD3888B5C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32C43-12DA-4415-8C19-1345EA9D6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561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779E4-C7E0-0786-0F16-6802F26E3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22AA07-52B7-80F6-5082-17702F8892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B4A64-9A09-16AE-881D-45B198FCB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BAFAD-5F4F-4512-98E0-B61F1CA4EEE5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D8DFD-379C-E3DC-0419-4F3702F23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75645-4EAC-76E7-DAE7-502DF0798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32C43-12DA-4415-8C19-1345EA9D6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218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3044E2-8B26-1177-856A-DF28089405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07DA43-80AF-D133-AC59-01DD734535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C0D93-305A-28E2-511C-87D50FD9B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BAFAD-5F4F-4512-98E0-B61F1CA4EEE5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E0B41-F56D-5F45-9986-12F3BB034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C162A-3A25-162E-E640-F720A9297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32C43-12DA-4415-8C19-1345EA9D6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532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151F2D-A83B-2AEC-F30B-4824B1752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946BC-CABA-71B1-3D8C-01126C8C2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996BA-F8AA-85FC-0117-6E0BC70887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0BAFAD-5F4F-4512-98E0-B61F1CA4EEE5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E38E2-CD1C-EE41-5C8B-146B69560D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D58EE-09E7-474C-9EE0-B9EFE8F2A3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32C43-12DA-4415-8C19-1345EA9D6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369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D5815-2087-A8A3-18A1-818A40D1E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4904" y="301751"/>
            <a:ext cx="11494008" cy="1022795"/>
          </a:xfrm>
        </p:spPr>
        <p:txBody>
          <a:bodyPr>
            <a:normAutofit/>
          </a:bodyPr>
          <a:lstStyle/>
          <a:p>
            <a:pPr algn="l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4.Present the Different Data Models (Hierarchical, Network, Relational) with Diagrams and Industry Use Cases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2ACE77-7E05-2494-4330-4B09A5A70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488" y="1472184"/>
            <a:ext cx="11082528" cy="3785616"/>
          </a:xfrm>
        </p:spPr>
        <p:txBody>
          <a:bodyPr>
            <a:normAutofit lnSpcReduction="10000"/>
          </a:bodyPr>
          <a:lstStyle/>
          <a:p>
            <a:pPr algn="l"/>
            <a:r>
              <a:rPr lang="en-IN" dirty="0"/>
              <a:t>Introduction to Data Models</a:t>
            </a:r>
          </a:p>
          <a:p>
            <a:pPr marL="342900" lvl="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 data model defines how data is organized, stored, and related in a database. </a:t>
            </a:r>
          </a:p>
          <a:p>
            <a:pPr marL="342900" lvl="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It helps in designing and managing databases effectively. </a:t>
            </a:r>
          </a:p>
          <a:p>
            <a:pPr marL="342900" lvl="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Different data models are used based on application requirements. </a:t>
            </a:r>
          </a:p>
          <a:p>
            <a:pPr marL="342900" lvl="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three major data models are Hierarchical, Network, and Relational. </a:t>
            </a:r>
          </a:p>
          <a:p>
            <a:pPr marL="342900" lvl="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Each model has its own structure, advantages, and applications. 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5277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598CA-B38F-2C7B-EE8E-307AEF36A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Data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4089C-A8BC-67F7-125A-9A24AC01A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organized in a tree-like structure.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child record has only one parent.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one-to-many relationships.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accessed from the root to the child 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simple and fast for hierarchical data.</a:t>
            </a:r>
          </a:p>
          <a:p>
            <a:endParaRPr lang="en-IN" dirty="0"/>
          </a:p>
        </p:txBody>
      </p:sp>
      <p:pic>
        <p:nvPicPr>
          <p:cNvPr id="4" name="Picture 3" descr="Hierarchical Model in DBMS - GeeksforGeeks">
            <a:extLst>
              <a:ext uri="{FF2B5EF4-FFF2-40B4-BE49-F238E27FC236}">
                <a16:creationId xmlns:a16="http://schemas.microsoft.com/office/drawing/2014/main" id="{1694E8A7-A8CD-2482-A44E-EA291669A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088" y="2129409"/>
            <a:ext cx="4210050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075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1BF0F-4257-047F-7B97-952B161E8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Data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851C1-0D13-3D5E-AD59-A4A4007E2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en-IN" dirty="0"/>
              <a:t>Data is organized as a graph structure.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A child can have multiple parent records.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Supports many-to-many relationships.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Records are connected using links or pointers.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More flexible than the hierarchical model.</a:t>
            </a:r>
          </a:p>
          <a:p>
            <a:endParaRPr lang="en-IN" dirty="0"/>
          </a:p>
        </p:txBody>
      </p:sp>
      <p:pic>
        <p:nvPicPr>
          <p:cNvPr id="4" name="Picture 3" descr="Network data model">
            <a:extLst>
              <a:ext uri="{FF2B5EF4-FFF2-40B4-BE49-F238E27FC236}">
                <a16:creationId xmlns:a16="http://schemas.microsoft.com/office/drawing/2014/main" id="{29BD44C6-3BFF-863C-325B-CC74A49EE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976" y="1825625"/>
            <a:ext cx="3995737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241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FF59C-F0B3-9320-19F5-D58DF45BC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9E261-1BE5-D3E8-FE55-855313273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stored in tables (rows and columns).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 are related using Primary Keys 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Foreign Keys.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SQL (Structured Query Language).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data redundancy.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widely used database model today.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pic>
        <p:nvPicPr>
          <p:cNvPr id="4" name="Picture 3" descr="Relational Data model">
            <a:extLst>
              <a:ext uri="{FF2B5EF4-FFF2-40B4-BE49-F238E27FC236}">
                <a16:creationId xmlns:a16="http://schemas.microsoft.com/office/drawing/2014/main" id="{F6834A2E-39C7-238E-2215-2900C5F4F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591" y="2441447"/>
            <a:ext cx="4325911" cy="2916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545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8156D-FD56-3AAA-71F3-6F878E0B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44914-F965-C0FB-1F2A-F60AF2D73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616" y="145986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Model: Fast data access for tree structures.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Model: Supports complex relationships.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Model: Easy to maintain and query using SQL.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models suit different application requirements.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relational model is the most widely used in modern database systems. 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Hierarchical: Organization charts, XML, File systems.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Network: Telecom, Transport, Manufacturing.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Relational: Banking, Healthcare, Education, E-commerce.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948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</Words>
  <Application>Microsoft Office PowerPoint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4.Present the Different Data Models (Hierarchical, Network, Relational) with Diagrams and Industry Use Cases</vt:lpstr>
      <vt:lpstr>Hierarchical Data Model</vt:lpstr>
      <vt:lpstr>Network Data Model</vt:lpstr>
      <vt:lpstr>Relational Data Model</vt:lpstr>
      <vt:lpstr>Advantages and Applications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vaishnavi j v</dc:creator>
  <cp:lastModifiedBy>vaishnavi j v</cp:lastModifiedBy>
  <cp:revision>1</cp:revision>
  <dcterms:created xsi:type="dcterms:W3CDTF">2026-08-02T07:35:50Z</dcterms:created>
  <dcterms:modified xsi:type="dcterms:W3CDTF">2026-08-02T07:36:23Z</dcterms:modified>
</cp:coreProperties>
</file>